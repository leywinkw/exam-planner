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Павел Дибривный и Георгий Салазде, группы ИСТ04 и ИСТ03. Наш проект номер 60: планировщик подготовки к экзаменам. Программа на Python сама раскладывает темы по дням, а если вы отстали, пересчитывает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заданию человек вводит экзамены, даты и темы со сложностью, а программа решает, что учить каждый день, и пересчитывает план, когда он отстаёт. Результат нужно показать на диаграмме Ганта или в календаре нагрузки. Мы сделали и то и другое. Обязательные требования курса, то есть ошибки, словари и ООП, выполнены, а визуализацию взяли четвёртым критерием.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Окно и формы сделаны на tkinter, диаграмма нарисована на его Canvas. Данные лежат в CSV-файлах. Логику проверяет pytest, историю изменений ведёт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Код поделён на две части. В папке planner вся логика: классы экзамена и темы, планировщик, оценка сложности, работа с файлами. В папке ui окно. Данные хранятся в трёх CSV. Логика про окно ничего не знает, и поэтому тесты проверяют её без интерфейса.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умеет программа. Добавлять экзамены и контрольные с датами. Выбирать темы из списков или вписывать свои, причём можно сразу несколько. Сложность подбирается по названию, её можно поправить. План учитывает лимит часов в день и не сваливает большую тему в один день. Если вы отстали, есть кнопка «Перепланировать». Всё видно в календаре и на диаграмме Ганта, и всё сохраняется в файлы.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простые. Сложность от одного до пяти равна числу часов на тему. В день не больше четырёх часов, и не больше двух часов одной темы, так что тема на пять часов растянется на три дня: два, два и один. Первыми идут сложные темы ближайшего экзамена. Накануне экзамена только повторение, а в сам день ничего.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про требования курса. Ошибки: проверки ввода выбрасывают свои исключения, окно ловит их в try/except и показывает понятное сообщение, поэтому программа не вылетает. Словари: план у нас словарь «дата → список занятий», и оценка сложности тоже на словарях. ООП: классы Exam, Topic, Planner и Storage, а окно и диаграмма тоже классы; свои ошибки наследуются от одного общего класса.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вид визуализации, календарь. Цвет клетки показывает, сколько часов стоит на этот день: чем ближе к лимиту, тем темнее. Экзамены красные, контрольные фиолетовые. Если нажать на день, внизу появится список тем и часов.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вид, диаграмма Ганта. Каждая тема это полоска от первого до последнего дня занятий, полоски сгруппированы по экзаменам. Вертикальные линии показывают даты экзаменов, пунктирная линия — сегодня. Выполненные темы и те, что не успеть, вынесены в отдельные строки.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короткий сценарий. Сначала окно пустое, в полях подсказки. Темы можно добавлять пачкой через отдельное окно. А если часов в день мало, например два, календарь заполняется почти целиком, на диаграмме Ганта появляются красные строки «не помещается до экзамена», и внизу программа предупреждает о темах под угрозой.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примеры ввода и вывода. Пустое название, неверная дата, дата в прошлом, повтор: на каждый случай программа пишет понятное сообщение и продолжает работать. Для темы «Введение в анализ» по математике сложность подобралась сама и равна двум. Справа окно добавления нескольких тем и сообщение об ошибке.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Логику проверяют 70 автотестов, все проходят. Они смотрят на неверный ввод, лимиты часов, день повторения, распределение по дням, перепланирование, автоподбор сложности и битые файлы. Окно мы проверяли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программа работает, с окном, календарём и диаграммой Ганта, данные сохраняются, логика покрыта тестами. Дальше можно добавить редактирование записей, напоминания и экспорт в календарь. Спасибо за внимание,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Планировщик подготовки к экзаменам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Планировщик подготовки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 экзаменам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№60 · итоговый проект по Python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Дибривный Павел (ИСТ04), Салазде Георгий (ИСТ03)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8448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65376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68A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304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BA74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99232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7548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вводит экзамены, даты и темы со сложностью. Программа решает, что учить каждый день, и пересчитывает план, когда студент отстаёт.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Ввод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Экзамены и контрольные с датами, темы со сложностью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21208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Распределение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Темы по дням с лимитом часов, сложные раньше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56032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75320" y="27889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96112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Пересчёт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5204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невыполненное переезжает вперёд, а о рисках программа предупреждает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937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курса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Обработка ошибок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38328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8328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Словари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21792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1792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ООП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9052560" y="5394960"/>
            <a:ext cx="2651760" cy="594360"/>
          </a:xfrm>
          <a:prstGeom prst="roundRect">
            <a:avLst>
              <a:gd name="adj" fmla="val 46154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52560" y="53949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Визуализация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Использованные инструменты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3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программирования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55848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538728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+ ttk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окно, формы, списки, вкладки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63056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45936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tkinter Canvas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970264" y="155448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153144" y="182880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csv, pathlib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9153144" y="274320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данных в файлах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31520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datetime, calendar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и календарь месяца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355848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538728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pytest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538728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автотестов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163056" y="3794760"/>
            <a:ext cx="262432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345936" y="4069080"/>
            <a:ext cx="2258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345936" y="4983480"/>
            <a:ext cx="22585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версий проекта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проекта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657600" cy="39319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645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 — окно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app.py      главное окно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gantt.py    диаграмма Ганта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dialogs.py  «Несколько тем»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  подсказки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    цвета и стили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09160" y="1463040"/>
            <a:ext cx="393192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9377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planner/ — логика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240280"/>
            <a:ext cx="3474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     Exam, Topic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scheduler.py  Planner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estimator.py  сложность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catalog.py    предметы, темы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storage.py    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errors.py     свои ошибки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9144000" y="1463040"/>
            <a:ext cx="2496312" cy="393192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72600" y="16459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 — CSV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372600" y="2240280"/>
            <a:ext cx="203911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topics.csv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settings.csv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8641080" y="30175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Логика не зависит от окна, поэтому тесты проверяют её без интерфейса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Реализованный функционал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Экзамены и контрольные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своя дата и свои темы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69164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550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152704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Выпадающие списки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9202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типовые предметы и темы, можно вписать своё, добавить сразу несколько тем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Автоподбор сложности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названию предмета и темы, можно поправить вручную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172200" y="265176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355080" y="292608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5508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76148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по дням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546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тему, сложные темы раньше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4864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3152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46304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Перепланирование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отстал: темы переезжают вперёд, есть предупреждение о риске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72200" y="388620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416052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86600" y="399592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вида визуализации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3891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нагрузки и диаграмма Ганта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120640"/>
            <a:ext cx="5440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731520" y="5394960"/>
            <a:ext cx="548640" cy="54864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5394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52303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Сохранение в CSV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463040" y="56235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пропадают, битый файл программу не ломает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строится план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 на тему = сложность (1–5)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день не больше 4 часов, одной темы — не больше 2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Сложные темы ближайшего срока — первыми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день до экзамена — повторение 2 ч (до контрольной — 1 ч)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помещается: предупреждение вместо перегруза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400800" y="1463040"/>
            <a:ext cx="523951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75120" y="16459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Тема на 5 часов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0" y="2834640"/>
            <a:ext cx="731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ч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03920" y="365760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ч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5039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4183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332720" y="4480560"/>
            <a:ext cx="7315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332720" y="45720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5029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+ 2 + 1 вместо 5 ч в один день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Требования курса в коде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Обработка ошибок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action()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 PlannerError as 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messagebox.showerror(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"Ошибка", str(e))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ValidationError,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StorageError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29768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Словари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date(2026, 10, 3): [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("Математика",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"Ряды", 2)]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SUBJECT_BASE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"математ": 4,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"физик": 4, ...}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046720" y="1417320"/>
            <a:ext cx="3566160" cy="47548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75320" y="1554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ООП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103120"/>
            <a:ext cx="31089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build_plan(self)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replan(self)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Exam, Topic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Storage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GanttChart(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ttk.Frame)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PlannerError(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Календарь нагрузки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1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— загрузка дня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Красный — экзамен, фиолетовый — контрольная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 по дню — список тем и часов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Листание месяцев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Диаграмма Ганта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83893" y="1252728"/>
            <a:ext cx="6919015" cy="499262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02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325" y="1280160"/>
            <a:ext cx="6864151" cy="49377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412480" y="1280160"/>
            <a:ext cx="3227832" cy="4937760"/>
          </a:xfrm>
          <a:prstGeom prst="roundRect">
            <a:avLst>
              <a:gd name="adj" fmla="val 3399"/>
            </a:avLst>
          </a:prstGeom>
          <a:solidFill>
            <a:srgbClr val="FFFFFF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8641080" y="1508760"/>
            <a:ext cx="2834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Полоска — период занятий по теме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Линии — экзамены, контрольные и «сегодня»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строка — тема не помещается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Серая — тема уже выполнена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программы по шагам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23566" y="12984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5" name="Image 0" descr="Скриншот программы: s1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0998" y="1325880"/>
            <a:ext cx="3241404" cy="2331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397764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3977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262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Старт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Окно пустое, в полях подсказки. Предмет и тему можно выбрать из списка.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6261197" y="1298448"/>
            <a:ext cx="3159565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1" name="Image 1" descr="Скриншот программы: 03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29" y="1325880"/>
            <a:ext cx="3104701" cy="23317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646920" y="13716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96469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1955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Темы пачкой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646920" y="19659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«Несколько…» отмечаем готовые темы и дописываем свои.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2356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7" name="Image 2" descr="Скриншот программы: s4_risk_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98" y="3840480"/>
            <a:ext cx="3241404" cy="23317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397764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977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2628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Мало часов в день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97764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Поставили 2 часа в день, и календарь заполнился почти целиком.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192846" y="3813048"/>
            <a:ext cx="3296268" cy="23865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23" name="Image 3" descr="Скриншот программы: s4_risk_gant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78" y="3840480"/>
            <a:ext cx="3241404" cy="23317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646920" y="38862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469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1019556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успеваем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646920" y="448056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диаграмме красные строки, внизу предупреждение о темах под угрозой.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ввода и вывода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«Математика», 11.10.2026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Добавлен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Экзамен с пустым названием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Укажите название экзамена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«32.13.2026»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формате ДД.ММ.ГГГГ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20.09.2026 (прошла)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Дата должна быть в будущем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должна быть от 1 до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«Введение в анализ», «авто»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Сложность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Повреждённый файл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Сообщение и копия .bak, программа работает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82942" y="1344168"/>
            <a:ext cx="3463948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6" name="Image 0" descr="Скриншот программы: 03_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0374" y="1371600"/>
            <a:ext cx="3409084" cy="256032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906080" y="4087368"/>
            <a:ext cx="3417672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8" name="Image 1" descr="Скриншот программы: 04_e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512" y="4114800"/>
            <a:ext cx="3362808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Тестирование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840480" cy="420624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9525">
            <a:solidFill>
              <a:srgbClr val="DBE3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576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 pytest,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проходят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1554480"/>
            <a:ext cx="6766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Неверные даты, сложность, лимиты, повторы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Лимит часов в день и на тему не превышается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перед экзаменом — только повторение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Перепланирование и предупреждение о риске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Автоподбор сложности и списки предметов</a:t>
            </a:r>
            <a:endParaRPr lang="en-US" sz="20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Повреждённые и неполные CSV-файлы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Итоги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окно с календарём, диаграммой Ганта и сохранением данных</a:t>
            </a:r>
            <a:endParaRPr lang="en-US" sz="22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Ошибки, словари и ООП в деле, плюс визуализация, CSV и тесты</a:t>
            </a:r>
            <a:endParaRPr lang="en-US" sz="2200" dirty="0"/>
          </a:p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редактирование записей, напоминания, экспорт в календарь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 Вопросы?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Планировщик подготовки к экзаменам</dc:title>
  <dc:subject>PptxGenJS Presentation</dc:subject>
  <dc:creator>Проект №60</dc:creator>
  <cp:lastModifiedBy>Проект №60</cp:lastModifiedBy>
  <cp:revision>1</cp:revision>
  <dcterms:created xsi:type="dcterms:W3CDTF">2026-10-17T13:35:33Z</dcterms:created>
  <dcterms:modified xsi:type="dcterms:W3CDTF">2026-10-17T13:35:33Z</dcterms:modified>
</cp:coreProperties>
</file>