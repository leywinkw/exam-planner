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 — Павел Дибривный и Георгий Салазде, группы ИСТ04 и ИСТ03. Наш проект номер 60: планировщик подготовки к экзаменам. Программа на Python сама раскладывает темы по дням, а если вы отстали, пересчитывает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заданию человек вводит экзамены, даты и темы со сложностью, а программа решает, что учить каждый день, и пересчитывает план, когда он отстаёт. Результат нужно показать на диаграмме Ганта или в календаре нагрузки. Мы сделали и то и другое. Обязательные требования курса, то есть ошибки, словари и ООП, выполнены, а визуализацию взяли четвёртым критерием.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использовали только стандартную библиотеку Python, поэтому для запуска ничего ставить не надо. Окно и формы сделаны на tkinter, диаграмма нарисована на его Canvas. Данные лежат в CSV-файлах. Логику проверяет pytest, историю изменений ведёт git.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Код поделён на две части. В папке planner вся логика: классы экзамена и темы, планировщик, оценка сложности, работа с файлами. В папке ui окно. Данные хранятся в трёх CSV. Логика про окно ничего не знает, и поэтому тесты проверяют её без интерфейса.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умеет программа. Добавлять экзамены и контрольные с датами. Выбирать темы из списков или вписывать свои, причём можно сразу несколько. Сложность подбирается по названию, её можно поправить. План учитывает лимит часов в день и не сваливает большую тему в один день. Если вы отстали, есть кнопка «Перепланировать». Всё видно в календаре и на диаграмме Ганта, и всё сохраняется в файлы.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простые. Сложность от одного до пяти равна числу часов на тему. В день не больше четырёх часов, и не больше двух часов одной темы, так что тема на пять часов растянется на три дня: два, два и один. Первыми идут сложные темы ближайшего экзамена. Накануне экзамена только повторение, а в сам день ничего.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про требования курса. Ошибки: проверки ввода выбрасывают свои исключения, окно ловит их в try/except и показывает понятное сообщение, поэтому программа не вылетает. Словари: план у нас словарь «дата → список занятий», и оценка сложности тоже на словарях. ООП: классы Exam, Topic, Planner и Storage, а окно и диаграмма тоже классы; свои ошибки наследуются от одного общего класса.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вид визуализации, календарь. Цвет клетки показывает, сколько часов стоит на этот день: чем ближе к лимиту, тем темнее. Экзамены красные, контрольные фиолетовые. Если нажать на день, внизу появится список тем и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вид, диаграмма Ганта. Каждая тема это полоска от первого до последнего дня занятий, полоски сгруппированы по экзаменам. Вертикальные линии показывают даты экзаменов, пунктирная линия — сегодня. Выполненные темы и те, что не успеть, вынесены в отдельные строки.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примеры ввода и вывода. Пустое название, неверная дата, дата в прошлом, повтор: на каждый случай программа пишет понятное сообщение и продолжает работать. Для темы «Введение в анализ» по математике сложность подобралась сама и равна двум. Справа окно добавления нескольких тем и сообщение об ошибке.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Логику проверяют 70 автотестов, все проходят. Они смотрят на неверный ввод, лимиты часов, день повторения, распределение по дням, перепланирование, автоподбор сложности и битые файлы. Окно мы проверяли руками.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программа работает, с окном, календарём и диаграммой Ганта, данные сохраняются, логика покрыта тестами. Дальше можно добавить редактирование записей, напоминания и экспорт в календарь. Спасибо за внимание,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подготовки к экзаменам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Планировщик подготовки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 экзаменам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840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№60 · итоговый проект по Python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Дибривный Павел (ИСТ04), Салазде Георгий (ИСТ03)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65376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32304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99232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вводит экзамены, даты и темы со сложностью. Программа решает, что учить каждый день, и пересчитывает план, когда студент отстаёт.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Ввод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Экзамены и контрольные с датами, темы со сложностью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21208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Распределение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Темы по дням с лимитом часов, сложные раньше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7532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6112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Пересчёт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невыполненное переезжает вперёд, а о рисках программа предупреждает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курса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Обработка ошибок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38328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8328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Словари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1792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ООП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905256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5256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Визуализация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Использованные инструменты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3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программирования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55848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538728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+ ttk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окно, формы, списки, вкладки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63056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45936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Canvas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970264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153144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csv, pathlib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данных в файлах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31520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datetime, calendar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 и календарь месяца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355848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538728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pytest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538728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автотестов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163056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345936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345936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версий проекта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970264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4F46E5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153144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 сторонних пакетов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9153144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стандартная библиотека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проекта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657600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 — окно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402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      главное окно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gantt.py    диаграмма Ганта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dialogs.py  «Несколько тем»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widgets.py  подсказки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theme.py    цвета и стили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09160" y="1463040"/>
            <a:ext cx="393192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9377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planner/ — логика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240280"/>
            <a:ext cx="3474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     Exam, Topic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scheduler.py  Planner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estimator.py  сложность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catalog.py    предметы, темы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storage.py    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errors.py     свои ошибки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9144000" y="1463040"/>
            <a:ext cx="2496312" cy="3931920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72600" y="16459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data/ — CSV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372600" y="2240280"/>
            <a:ext cx="203911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settings.csv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не зависит от окна, поэтому тесты проверяют её без интерфейса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Реализованный функционал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Экзамены и контрольные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своя дата и свои темы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Выпадающие списки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типовые предметы и темы, можно вписать своё, добавить сразу несколько тем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Автоподбор сложности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названию предмета и темы, можно поправить вручную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17220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5508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по дням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тему, сложные темы раньше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46304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Перепланирование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темы переезжают вперёд, есть предупреждение о риске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7220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5508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5508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8660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вида визуализации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нагрузки и диаграмма Ганта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512064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5230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Сохранение в CSV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463040" y="5623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не пропадают, битый файл программу не ломает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строится план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 на тему = сложность (1–5)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день не больше 4 часов, одной темы — не больше 2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Сложные темы ближайшего срока — первыми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день до экзамена — повторение 2 ч (до контрольной — 1 ч)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помещается: предупреждение вместо перегруза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6400800" y="1463040"/>
            <a:ext cx="523951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675120" y="1645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Тема на 5 часов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6751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Пн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4183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4183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03327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3327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+ 2 + 1 вместо 5 ч в один день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Требования курса в коде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Обработка ошибок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PlannerError as 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messagebox.showerror(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"Ошибка", str(e))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ValidationError,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StorageError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2628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date(2026, 10, 3): 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("Математика",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"Ряды", 2)]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SUBJECT_BASE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"математ": 4,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"физик": 4, ...}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7532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build_plan(self)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replan(self)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Exam, Topic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Storage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GanttChart(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ttk.Frame)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Exception)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Календарь нагрузки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253904"/>
            <a:ext cx="7644384" cy="4990271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1_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1336"/>
            <a:ext cx="7589520" cy="4935407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— загрузка дня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Красный — экзамен, фиолетовый — контрольная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дню — список тем и часов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Листание месяцев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Ганта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253904"/>
            <a:ext cx="7644384" cy="4990271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2_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1336"/>
            <a:ext cx="7589520" cy="4935407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Полоска — период занятий по теме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Линии — экзамены, контрольные и «сегодня»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строка — тема не помещается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Серая — тема уже выполнена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ввода и вывода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«Математика», 11.10.2026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Добавлен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с пустым названием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Укажите название экзамена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«32.13.2026»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формате ДД.ММ.ГГГГ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20.09.2026 (прошла)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будущем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должна быть от 1 до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«Введение в анализ», «авто»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Повреждённый файл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Сообщение и копия .bak, программа работает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671195" y="1344168"/>
            <a:ext cx="3887442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6" name="Image 0" descr="Скриншот программы: 03_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8627" y="1371600"/>
            <a:ext cx="3832578" cy="256032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906080" y="4087368"/>
            <a:ext cx="3417672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8" name="Image 1" descr="Скриншот программы: 04_e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512" y="4114800"/>
            <a:ext cx="3362808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Тестирование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840480" cy="420624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57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 pytest,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проходят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554480"/>
            <a:ext cx="6766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Неверные даты, сложность, лимиты, повторы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 не превышается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перед экзаменом — только повторение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Перепланирование и предупреждение о риске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Автоподбор сложности и списки предметов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Повреждённые и неполные CSV-файлы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окно с календарём, диаграммой Ганта и сохранением данных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Ошибки, словари и ООП в деле, плюс визуализация, CSV и тесты</a:t>
            </a:r>
            <a:endParaRPr lang="en-US" sz="2200" dirty="0"/>
          </a:p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Дальше: редактирование записей, напоминания, экспорт в календарь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 Вопросы?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Планировщик подготовки к экзаменам</dc:title>
  <dc:subject>PptxGenJS Presentation</dc:subject>
  <dc:creator>Проект №60</dc:creator>
  <cp:lastModifiedBy>Проект №60</cp:lastModifiedBy>
  <cp:revision>1</cp:revision>
  <dcterms:created xsi:type="dcterms:W3CDTF">2026-10-17T13:24:45Z</dcterms:created>
  <dcterms:modified xsi:type="dcterms:W3CDTF">2026-10-17T13:24:45Z</dcterms:modified>
</cp:coreProperties>
</file>