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Мы — Павел Дибривный и Георгий Салазде, группы ИСТ04 и ИСТ03. Наш проект номер 60: планировщик подготовки к экзаменам. Программа на Python сама раскладывает темы по дням, а если вы отстали, пересчитывает план.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заданию человек вводит экзамены, даты и темы со сложностью, а программа решает, что учить каждый день, и пересчитывает план, когда он отстаёт. Результат нужно показать на диаграмме Ганта или в календаре нагрузки. Мы сделали и то и другое. Обязательные требования курса, то есть ошибки, словари и ООП, выполнены, а визуализацию взяли четвёртым критерием.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Окно и формы сделаны на tkinter, диаграмма нарисована на его Canvas. Данные лежат в CSV-файлах. историю изменений ведёт git. Код лежит на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 поделён на две части. В папке planner вся логика: классы экзамена и темы, планировщик, оценка сложности, работа с файлами. В папке ui окно. Данные хранятся в трёх CSV. Логика про окно ничего не знает, поэтому её можно менять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умеет программа. Добавлять экзамены и контрольные с датами. Выбирать темы из списков или вписывать свои, причём можно сразу несколько. Сложность подбирается по названию, её можно поправить. План учитывает лимит часов в день и раскладывает занятия равномерно до самого экзамена. Если вы отстали, есть кнопка «Перепланировать». Всё видно в календаре и на диаграмме Ганта, и всё сохраняется в файлы.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Правила простые. Сложность от одного до пяти равна числу часов на тему. Часы события делятся поровну на все дни до экзамена: если тем мало, занятия идут через день-два, а не в первый же день. В день не больше четырёх часов и не больше двух часов одной темы. Первыми идут сложные темы ближайшего экзамена. Накануне экзамена только повторение, а в сам день ничего.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про требования курса. Ошибки: проверки ввода выбрасывают свои исключения, окно ловит их в try/except и показывает понятное сообщение, поэтому программа не вылетает. Словари: план у нас словарь «дата → список занятий», и оценка сложности тоже на словарях. ООП: классы Exam, Topic, Planner и Storage, а окно и диаграмма тоже классы; свои ошибки наследуются от одного общего класса.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Начнём с кода. Вот наши собственные исключения: общий класс PlannerError и два потомка, ошибка ввода и ошибка файлов. А ниже функция проверки сложности: если ввод не число или выходит за границы от одного до пяти, она выбрасывает понятную ошибку, а не падает.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Ловим ошибки в двух местах. В окне любое действие пользователя выполняется внутри try, и если случилась наша ошибка, показываем сообщение. А при чтении файлов любая проблема приводит к копии файла с расширением bak и пустому плану, программа не вылетает.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словари. Для автоподбора сложности у нас два словаря: в первом основа названия предмета и базовая сложность, во втором основы слов темы и поправки. Функция ищет предмет в первом словаре и прибавляет поправки из второго.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 план тоже словарь: ключ — дата, значение — список занятий. Рядом второй словарь load считает, сколько часов уже занято в каждый день, и благодаря ему мы не превышаем лимит.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ООП. Класс Exam описывает экзамен или контрольную, класс Topic — тему. Данные проверяются прямо при создании объекта, поэтому некорректный экзамен или тему создать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 Planner собирает всё вместе: хранит словари экзаменов, тем и плана, а методы add_exam, add_topic, build_plan и replan работают с ними. Окно только вызывает эти методы.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вид визуализации, календарь. Цвет клетки показывает, сколько часов стоит на этот день: чем ближе к лимиту, тем темнее. Экзамены красные, контрольные фиолетовые. Если нажать на день, внизу появится список тем и часов.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вид, диаграмма Ганта. Каждая тема это полоска от первого до последнего дня занятий, полоски сгруппированы по экзаменам. Вертикальные линии показывают даты экзаменов, пунктирная линия — сегодня. Выполненные темы и те, что не успеть, вынесены в отдельные строки.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короткий сценарий. Сначала окно пустое, в полях подсказки. Темы можно добавлять пачкой через отдельное окно. А если часов в день мало, например два, календарь заполняется почти целиком, на диаграмме Ганта появляются красные строки «не помещается до экзамена», и внизу программа предупреждает о темах под угрозой.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примеры ввода и вывода. Пустое название, неверная дата, дата в прошлом, повтор: на каждый случай программа пишет понятное сообщение и продолжает работать. Для темы «Введение в анализ» по математике сложность подобралась сама и равна двум. Справа окно добавления нескольких тем и сообщение об ошибке.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программа работает, с окном, календарём и диаграммой Ганта, данные сохраняются в файлы. Дальше можно добавить редактирование записей, напоминания и экспорт в календарь. Код проекта выложен на GitHub, ссылка на последнем слайде. Спасибо за внимание, будем рады вопросам.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подготовки к экзаменам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Планировщик подготовки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 экзаменам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№60 · итоговый проект по Python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Дибривный Павел (ИСТ04), Салазде Георгий (ИСТ03)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65376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304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вводит экзамены, даты и темы со сложностью. Программа решает, что учить каждый день, и пересчитывает план, когда студент отстаёт.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25603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78892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Ввод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Экзамены и контрольные с датами, темы со сложностью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97680" y="25603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78892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Распределение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520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Темы по дням с лимитом часов, сложные раньше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46720" y="25603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75320" y="278892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Пересчёт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3520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Отстал: невыполненное переезжает вперёд, а о рисках программа предупреждает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курса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394960"/>
            <a:ext cx="2651760" cy="594360"/>
          </a:xfrm>
          <a:prstGeom prst="roundRect">
            <a:avLst>
              <a:gd name="adj" fmla="val 4615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394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Обработка ошибок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383280" y="5394960"/>
            <a:ext cx="2651760" cy="594360"/>
          </a:xfrm>
          <a:prstGeom prst="roundRect">
            <a:avLst>
              <a:gd name="adj" fmla="val 4615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83280" y="5394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Словари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217920" y="5394960"/>
            <a:ext cx="2651760" cy="594360"/>
          </a:xfrm>
          <a:prstGeom prst="roundRect">
            <a:avLst>
              <a:gd name="adj" fmla="val 4615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0" y="5394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ООП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052560" y="5394960"/>
            <a:ext cx="2651760" cy="594360"/>
          </a:xfrm>
          <a:prstGeom prst="roundRect">
            <a:avLst>
              <a:gd name="adj" fmla="val 46154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052560" y="5394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Визуализация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Использованные инструменты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182880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432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программирования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55848" y="15544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538728" y="182880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tkinter + ttk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7432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окно, формы, списки, вкладки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63056" y="15544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345936" y="182880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tkinter Canvas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27432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диаграмма Ганта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970264" y="15544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153144" y="182880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csv, pathlib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53144" y="27432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данных в файлах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31520" y="406908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datetime, calendar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98348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даты и календарь месяца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355848" y="379476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538728" y="406908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38728" y="498348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версий проекта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63056" y="379476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345936" y="406908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45936" y="498348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проекта: github.com/leywinkw/exam-planner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проекта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65760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 — окно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     главное окно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gantt.py    диаграмма Ганта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dialogs.py  «Несколько тем»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widgets.py  подсказки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theme.py    цвета и стили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146304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93776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planner/ — логика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24028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     Exam, Topic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scheduler.py  Planner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estimator.py  сложность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catalog.py    предметы, темы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storage.py    CSV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errors.py     свои ошибки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0" y="1463040"/>
            <a:ext cx="2496312" cy="393192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372600" y="164592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data/ — CSV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372600" y="2240280"/>
            <a:ext cx="20391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exams.csv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topics.csv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settings.csv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017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3017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не зависит от окна, поэтому её можно менять отдельно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Реализованный функционал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5270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Экзамены и контрольные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своя дата и свои темы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5270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Выпадающие списки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1920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предметы и темы, можно вписать своё, добавить сразу несколько тем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27614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Автоподбор сложности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154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названию предмета и темы, можно поправить вручную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72200" y="265176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55080" y="292608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55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27614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по дням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3154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часов в день и на тему, сложные темы раньше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88620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1520" y="416052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463040" y="39959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Перепланирование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4389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отстал: темы переезжают вперёд, есть предупреждение о риске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172200" y="388620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55080" y="416052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55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086600" y="39959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вида визуализации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7086600" y="4389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нагрузки и диаграмма Ганта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512064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52303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Сохранение в CSV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463040" y="5623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не пропадают, битый файл программу не ломает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строится план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 на тему = сложность (1–5)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делятся поровну на все дни до экзамена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день не больше 4 часов, одной темы — не больше 2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Сложные темы ближайшего срока — первыми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день до экзамена — повторение 2 ч (до контрольной — 1 ч)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помещается: предупреждение вместо перегруза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0" y="1463040"/>
            <a:ext cx="5239512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675120" y="1645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часа, экзамен через 10 дней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675120" y="4370832"/>
            <a:ext cx="365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0" y="3566160"/>
            <a:ext cx="365760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35661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89520" y="4370832"/>
            <a:ext cx="365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46720" y="4370832"/>
            <a:ext cx="365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03920" y="3566160"/>
            <a:ext cx="365760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35661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961120" y="4370832"/>
            <a:ext cx="365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611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418320" y="4370832"/>
            <a:ext cx="365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183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4370832"/>
            <a:ext cx="365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755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332720" y="3566160"/>
            <a:ext cx="365760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332720" y="356616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3327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789920" y="4370832"/>
            <a:ext cx="365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7899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4937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часу раз в несколько дней, а не 3 часа в первый день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Требования курса в коде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Обработка ошибок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0312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PlannerError as 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messagebox.showerror(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"Ошибка", str(e))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ValidationError,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StorageError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7680" y="14173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2628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Словари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10312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date(2026, 10, 3):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("Математика",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"Ряды", 2)]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SUBJECT_BASE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"математ": 4,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"физик": 4, ...}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14173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7532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ООП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10312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Planner: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build_plan(self)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replan(self)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Exam, Topic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Storage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GanttChart(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ttk.Frame)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PlannerError(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Exception)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Ошибки: свои исключения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583339" y="1207008"/>
            <a:ext cx="9022274" cy="5084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Скриншот программы: code_errors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0771" y="1234440"/>
            <a:ext cx="896741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Ошибки: как мы их ловим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21208" y="1777450"/>
            <a:ext cx="11146536" cy="39431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Скриншот программы: code_errors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4882"/>
            <a:ext cx="11091672" cy="38883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Словари: оценка сложности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21208" y="1209233"/>
            <a:ext cx="11146536" cy="507961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Скриншот программы: code_dicts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6665"/>
            <a:ext cx="11091672" cy="50247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Словари: план по дням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85657" y="1207008"/>
            <a:ext cx="11017638" cy="5084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Скриншот программы: code_dicts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089" y="1234440"/>
            <a:ext cx="10962774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ООП: экзамен и тема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382985" y="1207008"/>
            <a:ext cx="9422982" cy="5084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Скриншот программы: code_oop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417" y="1234440"/>
            <a:ext cx="9368118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ООП: планировщик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37357" y="1207008"/>
            <a:ext cx="10714238" cy="5084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Скриншот программы: code_oop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789" y="1234440"/>
            <a:ext cx="10659374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Календарь нагрузки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83893" y="1252728"/>
            <a:ext cx="6919015" cy="4992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Скриншот программы: 01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325" y="1280160"/>
            <a:ext cx="6864151" cy="4937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12480" y="1280160"/>
            <a:ext cx="3227832" cy="4937760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641080" y="1508760"/>
            <a:ext cx="2834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— загрузка дня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Красный — экзамен, фиолетовый — контрольная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дню — список тем и часов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Листание месяцев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Диаграмма Ганта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83893" y="1252728"/>
            <a:ext cx="6919015" cy="4992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Скриншот программы: 02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325" y="1280160"/>
            <a:ext cx="6864151" cy="4937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12480" y="1280160"/>
            <a:ext cx="3227832" cy="4937760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9525">
            <a:solidFill>
              <a:srgbClr val="DB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641080" y="1508760"/>
            <a:ext cx="2834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Полоска — период занятий по теме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Линии — экзамены, контрольные и «сегодня»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Красная строка — тема не помещается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Серая — тема уже выполнена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программы по шагам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23566" y="1298448"/>
            <a:ext cx="3296268" cy="23865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Скриншот программы: s1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98" y="1325880"/>
            <a:ext cx="3241404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977640" y="1371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977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52628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Старт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3977640" y="19659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пустое, в полях подсказки. Предмет и тему можно выбрать из списка.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61197" y="1298448"/>
            <a:ext cx="3159565" cy="23865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1" name="Image 1" descr="Скриншот программы: 03_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629" y="1325880"/>
            <a:ext cx="3104701" cy="23317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646920" y="1371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646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1955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Темы пачкой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9646920" y="19659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окне «Несколько…» отмечаем готовые темы и дописываем свои.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23566" y="3813048"/>
            <a:ext cx="3296268" cy="23865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7" name="Image 2" descr="Скриншот программы: s4_risk_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98" y="3840480"/>
            <a:ext cx="3241404" cy="23317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977640" y="38862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3977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2628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Мало часов в день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3977640" y="44805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Поставили 2 часа в день, и календарь заполнился почти целиком.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192846" y="3813048"/>
            <a:ext cx="3296268" cy="23865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23" name="Image 3" descr="Скриншот программы: s4_risk_gant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278" y="3840480"/>
            <a:ext cx="3241404" cy="23317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646920" y="38862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96469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1019556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успеваем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646920" y="44805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диаграмме красные строки, внизу предупреждение о темах под угрозой.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Примеры ввода и вывода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Ввод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Экзамен «Математика», 11.10.2026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Экзамен с пустым названием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Укажите название экзамена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«32.13.2026»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должна быть в формате ДД.ММ.ГГГГ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20.09.2026 (прошла)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должна быть в будущем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Сложность 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Сложность должна быть от 1 до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«Введение в анализ», «авто»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Сложность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Повреждённый файл данных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Сообщение и копия .bak, программа работает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882942" y="1344168"/>
            <a:ext cx="3463948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6" name="Image 0" descr="Скриншот программы: 03_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374" y="1371600"/>
            <a:ext cx="3409084" cy="25603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994904" y="4087368"/>
            <a:ext cx="3240024" cy="20665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Image 1" descr="Скриншот программы: 04_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336" y="4114800"/>
            <a:ext cx="3185160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окно с календарём, диаграммой Ганта и сохранением данных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Ошибки, словари и ООП в деле, плюс визуализация и CSV</a:t>
            </a:r>
            <a:endParaRPr lang="en-US" sz="2200" dirty="0"/>
          </a:p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редактирование записей, напоминания, экспорт в календарь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github.com/leywinkw/exam-planner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 Вопросы?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Планировщик подготовки к экзаменам</dc:title>
  <dc:subject>PptxGenJS Presentation</dc:subject>
  <dc:creator>Проект №60</dc:creator>
  <cp:lastModifiedBy>Проект №60</cp:lastModifiedBy>
  <cp:revision>1</cp:revision>
  <dcterms:created xsi:type="dcterms:W3CDTF">2026-10-29T21:37:33Z</dcterms:created>
  <dcterms:modified xsi:type="dcterms:W3CDTF">2026-10-29T21:37:33Z</dcterms:modified>
</cp:coreProperties>
</file>