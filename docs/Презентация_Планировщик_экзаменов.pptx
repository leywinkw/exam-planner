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Мы, Дибривный Павел Александрович и Саладзе Георгий Давидович, из групп ИСТ04 и ИСТ03. Это наш итоговый проект по Python, планировщик подготовки к экзаменам. Программа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поэтому её можно менять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раскладывает занятия равномерно до самого экзамена.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Часы события делятся поровну на все дни до экзамена: если тем мало, занятия идут через день-два, а не в первый же день. В день не больше четырёх часов и не больше двух часов одной темы.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кода. Вот наши собственные исключения: общий класс PlannerError и два потомка, ошибка ввода и ошибка файлов. А ниже функция проверки сложности: если ввод не число или выходит за границы от одного до пяти, она выбрасывает понятную ошибку, а не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Ловим ошибки в двух местах. В окне любое действие пользователя выполняется внутри try, и если случилась наша ошибка, показываем сообщение. А при чтении файлов любая проблема приводит к копии файла с расширением bak и пустому плану, программа не вылетает.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словари. Для автоподбора сложности у нас два словаря: в первом основа названия предмета и базовая сложность, во втором основы слов темы и поправки. Функция ищет предмет в первом словаре и прибавляет поправки из второго.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 план тоже словарь: ключ — дата, значение — список занятий. Рядом второй словарь load считает, сколько часов уже занято в каждый день, и благодаря ему мы не превышаем лимит.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ООП. Класс Exam описывает экзамен или контрольную, класс Topic — тему. Данные проверяются прямо при создании объекта, поэтому некорректный экзамен или тему создать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Planner собирает всё вместе: хранит словари экзаменов, тем и плана, а методы add_exam, add_topic, build_plan и replan работают с ними. Окно только вызывает эти методы.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 в файлы.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ПРОЕКТ ПО PYTHON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сама распределяет, что учить каждый день до экзамена, и пересчитывает план, если вы отстали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Выполнили: Дибривный Павел Александрович (ИСТ04), Саладзе Георгий Давидович (ИСТ03)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её можно менять отдельно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 делятся поровну на все дни до экзамена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часа, экзамен через 10 дней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589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467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961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61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4183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18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875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75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7899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789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4937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часу раз в несколько дней, а не 3 часа в первый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свои исключения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583339" y="1207008"/>
            <a:ext cx="9022274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0771" y="1234440"/>
            <a:ext cx="8967410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как мы их ловим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777450"/>
            <a:ext cx="11146536" cy="39431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4882"/>
            <a:ext cx="11091672" cy="38883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оценка сложности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209233"/>
            <a:ext cx="11146536" cy="507961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6665"/>
            <a:ext cx="11091672" cy="502475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план по дням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85657" y="1207008"/>
            <a:ext cx="11017638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089" y="1234440"/>
            <a:ext cx="10962774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экзамен и тема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382985" y="1207008"/>
            <a:ext cx="9422982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417" y="1234440"/>
            <a:ext cx="9368118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планировщик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737357" y="1207008"/>
            <a:ext cx="10714238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789" y="1234440"/>
            <a:ext cx="10659374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94904" y="4087368"/>
            <a:ext cx="3240024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336" y="4114800"/>
            <a:ext cx="318516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 и CSV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Дибривный Павел Александрович, Саладзе Георгий Давидович</dc:creator>
  <cp:lastModifiedBy>Дибривный Павел Александрович, Саладзе Георгий Давидович</cp:lastModifiedBy>
  <cp:revision>1</cp:revision>
  <dcterms:created xsi:type="dcterms:W3CDTF">2026-10-29T21:55:03Z</dcterms:created>
  <dcterms:modified xsi:type="dcterms:W3CDTF">2026-10-29T21:55:03Z</dcterms:modified>
</cp:coreProperties>
</file>