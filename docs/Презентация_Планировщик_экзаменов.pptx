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Логику проверяет pytest,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не сваливает большую тему в один день.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В день не больше четырёх часов, и не больше двух часов одной темы, так что тема на пять часов растянется на три дня: два, два и один.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70 автотестов,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06080" y="4087368"/>
            <a:ext cx="3417672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512" y="4114800"/>
            <a:ext cx="3362808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2026-10-17T13:42:54Z</dcterms:created>
  <dcterms:modified xsi:type="dcterms:W3CDTF">2026-10-17T13:42:54Z</dcterms:modified>
</cp:coreProperties>
</file>