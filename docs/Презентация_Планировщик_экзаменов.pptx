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[ФИО]. Мой проект номер 60 — планировщик подготовки к экзаменам. Это программа на Python, которая сама раскладывает темы по дням и пересчитывает план, если вы отстаёте.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из задания: пользователь вводит экзамены, даты и темы с оценкой сложности, программа распределяет, что учить каждый день, и пересчитывает план, если человек отстаёт. Результат нужно показать наглядно — я сделал календарь нагрузки и диаграмму Ганта. Минимальные требования курса — обработка ошибок, словари и ООП — выполнены, визуализация добавлена как четвёртый критерий.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написан только на стандартной библиотеке Python, ничего дополнительно устанавливать для запуска не нужно. Окно и формы сделаны на tkinter, диаграмма Ганта нарисована на его Canvas. Данные хранятся в CSV-файлах. Для проверки логики использован pytest, для истории изменений —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разделён на три части. Папка planner — вся логика: классы экзамена и темы, планировщик, оценка сложности, чтение и запись файлов. Папка ui — окно tkinter. Данные лежат в трёх CSV-файлах. Логика ничего не знает про окно, поэтому её можно проверять тестами без запуска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Можно добавлять экзамены и контрольные работы с датами. Темы выбираются из выпадающих списков или вводятся вручную, можно добавить сразу несколько. Сложность подбирается автоматически по названию, её можно поправить. План учитывает лимит часов в день и не ставит большую тему на один день. Если отстал — кнопка «Перепланировать». Всё показывается в календаре и на диаграмме Ганта и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распределения. Сложность от одного до пяти равна числу часов на тему. В день не больше четырёх часов и не больше двух часов одной темы, поэтому большая тема растягивается на несколько дней — на схеме тема на пять часов превращается в два, два и один час. Сначала идут самые сложные темы ближайшего экзамена. Накануне экзамена — только повторение, в сам день ничего не планируется.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выполнены обязательные требования. Обработка ошибок: все проверки ввода бросают свои исключения, а окно ловит их через try и except и показывает понятное сообщение, программа не падает. Словари: план — это словарь «дата — список занятий», а оценка сложности — словарь основ предметов и слов-поправок. ООП: классы Exam, Topic, Planner, Storage, окно и диаграмма тоже классы, а ошибки образуют иерархию.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 — календарь на месяц. Цвет клетки показывает, сколько часов запланировано: чем темнее, тем ближе к лимиту. Экзамены отмечены красным, контрольные — фиолетовым. По клику на день внизу видно, какие темы и сколько часов в этот день.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 визуализации — диаграмма Ганта. Каждая тема — полоска от первого до последнего дня занятий, полоски сгруппированы по экзаменам. Вертикальные линии — даты экзаменов и контрольных, пунктирная — сегодня. Выполненные темы и темы, которые не помещаются до срока, показаны отдельными строками.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 ввода. Пустое название, неверная дата, дата в прошлом, повтор — для каждого случая программа показывает понятное сообщение и не падает. Для названия «Введение в анализ» по математике сложность подбирается автоматически и получается два. Справа — скриншоты: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Логика проверена семьюдесятью автоматическими тестами на pytest, все проходят. Тесты проверяют неверный ввод, лимиты часов, день повторения, распределение по дням, перепланирование, автоподбор сложности и работу с повреждёнными файлами. Окно проверялось вручную и скриптами с подменой диалогов.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получилась рабочая программа с окном, календарём и диаграммой Ганта, данные сохраняются в файлы, логика покрыта тестами. В дальнейшем можно добавить редактирование записей, уведомления и экспорт в календарь.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[ФИО], группа [номер]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сама решает, что учить каждый день, и пересчитывает план, если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отстал — невыполненное переезжает вперёд, программа предупреждает о риске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4F46E5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сторонних пакетов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стандартная библиотека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 — её проверяют тесты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 — темы переезжают вперёд,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повреждённый файл не ломает программу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 — предупреждение, а не перегруз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01_calendar.png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758952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02_gantt.png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589520" y="1371600"/>
            <a:ext cx="4050792" cy="256032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6" name="Text 2"/>
          <p:cNvSpPr txBox="1"/>
          <p:nvPr/>
        </p:nvSpPr>
        <p:spPr>
          <a:xfrm>
            <a:off x="7589520" y="1371600"/>
            <a:ext cx="4050792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03_dialog.png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8" name="Text 4"/>
          <p:cNvSpPr txBox="1"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04_error.png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Готовая программа с окном, двумя видами визуализации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Обязательные требования курса выполнены, добавлены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можно: редактирование записей, уведомления,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2026-10-17T13:11:15Z</dcterms:created>
  <dcterms:modified xsi:type="dcterms:W3CDTF">2026-10-17T13:11:15Z</dcterms:modified>
</cp:coreProperties>
</file>