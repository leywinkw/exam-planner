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Логику проверяет pytest,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кода. Вот наши собственные исключения: общий класс PlannerError и два потомка, ошибка ввода и ошибка файлов. А ниже функция проверки сложности: если ввод не число или выходит за границы от одного до пяти, она выбрасывает понятную ошибку, а не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Ловим ошибки в двух местах. В окне любое действие пользователя выполняется внутри try, и если случилась наша ошибка, показываем сообщение. А при чтении файлов любая проблема приводит к копии файла с расширением bak и пустому плану, программа не вылетает.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словари. Для автоподбора сложности у нас два словаря: в первом основа названия предмета и базовая сложность, во втором основы слов темы и поправки. Функция ищет предмет в первом словаре и прибавляет поправки из второго.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план тоже словарь: ключ — дата, значение — список занятий. Рядом второй словарь load считает, сколько часов уже занято в каждый день, и благодаря ему мы не превышаем лимит.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ООП. Класс Exam описывает экзамен или контрольную, класс Topic — тему. Данные проверяются прямо при создании объекта, поэтому некорректный экзамен или тему создать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Planner собирает всё вместе: хранит словари экзаменов, тем и плана, а методы add_exam, add_topic, build_plan и replan работают с ними. Окно только вызывает эти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70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свои исключения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15786" y="1207008"/>
            <a:ext cx="1015738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218" y="1234440"/>
            <a:ext cx="1010251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как мы их ловим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867714"/>
            <a:ext cx="11146536" cy="376265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5146"/>
            <a:ext cx="11091672" cy="370778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оценка сложности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542022"/>
            <a:ext cx="11146536" cy="44140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9454"/>
            <a:ext cx="11091672" cy="43591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план по дням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456289"/>
            <a:ext cx="11146536" cy="458550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3721"/>
            <a:ext cx="11091672" cy="453063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экзамен и тема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222741" y="1207008"/>
            <a:ext cx="974347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173" y="1234440"/>
            <a:ext cx="968860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планировщик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4618" y="1207008"/>
            <a:ext cx="10539717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050" y="1234440"/>
            <a:ext cx="10484853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06080" y="4087368"/>
            <a:ext cx="3417672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512" y="4114800"/>
            <a:ext cx="3362808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2026-10-17T13:55:13Z</dcterms:created>
  <dcterms:modified xsi:type="dcterms:W3CDTF">2026-10-17T13:55:13Z</dcterms:modified>
</cp:coreProperties>
</file>