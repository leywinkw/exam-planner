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 Код лежит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раскладывает занятия равномерно до самого экзамена.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Часы события делятся поровну на все дни до экзамена: если тем мало, занятия идут через день-два, а не в первый же день. В день не больше четырёх часов и не больше двух часов одной темы.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кода. Вот наши собственные исключения: общий класс PlannerError и два потомка, ошибка ввода и ошибка файлов. А ниже функция проверки сложности: если ввод не число или выходит за границы от одного до пяти, она выбрасывает понятную ошибку, а не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Ловим ошибки в двух местах. В окне любое действие пользователя выполняется внутри try, и если случилась наша ошибка, показываем сообщение. А при чтении файлов любая проблема приводит к копии файла с расширением bak и пустому плану, программа не вылетает.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словари. Для автоподбора сложности у нас два словаря: в первом основа названия предмета и базовая сложность, во втором основы слов темы и поправки. Функция ищет предмет в первом словаре и прибавляет поправки из второго.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 план тоже словарь: ключ — дата, значение — список занятий. Рядом второй словарь load считает, сколько часов уже занято в каждый день, и благодаря ему мы не превышаем лимит.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ООП. Класс Exam описывает экзамен или контрольную, класс Topic — тему. Данные проверяются прямо при создании объекта, поэтому некорректный экзамен или тему создать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Planner собирает всё вместе: хранит словари экзаменов, тем и плана, а методы add_exam, add_topic, build_plan и replan работают с ними. Окно только вызывает эти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83 автотеста,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Код проекта выложен на GitHub, ссылка на последнем слайде.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автотеста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970264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153144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53144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проекта: github.com/leywinkw/exam-planner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Часы делятся поровну на все дни до экзамена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часа, экзамен через 10 дней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589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467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6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039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9611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611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4183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183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8755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755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56616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789920" y="4370832"/>
            <a:ext cx="3657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789920" y="44348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4937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часу раз в несколько дней, а не 3 часа в первый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свои исключения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15786" y="1207008"/>
            <a:ext cx="1015738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218" y="1234440"/>
            <a:ext cx="1010251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Ошибки: как мы их ловим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867714"/>
            <a:ext cx="11146536" cy="3762651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error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5146"/>
            <a:ext cx="11091672" cy="370778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оценка сложности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1208" y="1542022"/>
            <a:ext cx="11146536" cy="44140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9454"/>
            <a:ext cx="11091672" cy="43591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Словари: план по дням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15786" y="1207008"/>
            <a:ext cx="1015738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dicts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218" y="1234440"/>
            <a:ext cx="1010251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экзамен и тема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222741" y="1207008"/>
            <a:ext cx="9743470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0173" y="1234440"/>
            <a:ext cx="9688606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ООП: планировщик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4618" y="1207008"/>
            <a:ext cx="10539717" cy="5084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code_oop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050" y="1234440"/>
            <a:ext cx="10484853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8" name="Text 3"/>
          <p:cNvSpPr txBox="1"/>
          <p:nvPr/>
        </p:nvSpPr>
        <p:spPr>
          <a:xfrm>
            <a:off x="7589520" y="4114800"/>
            <a:ext cx="405079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будет скриншот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04_error.png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80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Код: github.com/leywinkw/exam-planner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2026-10-29T21:03:50Z</dcterms:created>
  <dcterms:modified xsi:type="dcterms:W3CDTF">2026-10-29T21:03:50Z</dcterms:modified>
</cp:coreProperties>
</file>