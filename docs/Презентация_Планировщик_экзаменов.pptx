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80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15786" y="1207008"/>
            <a:ext cx="1015738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218" y="1234440"/>
            <a:ext cx="1010251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867714"/>
            <a:ext cx="11146536" cy="376265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5146"/>
            <a:ext cx="11091672" cy="37077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542022"/>
            <a:ext cx="11146536" cy="44140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9454"/>
            <a:ext cx="11091672" cy="43591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456289"/>
            <a:ext cx="11146536" cy="458550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3721"/>
            <a:ext cx="11091672" cy="453063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222741" y="1207008"/>
            <a:ext cx="974347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173" y="1234440"/>
            <a:ext cx="968860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4618" y="1207008"/>
            <a:ext cx="10539717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050" y="1234440"/>
            <a:ext cx="10484853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01_calendar.png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02_gantt.png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17920" y="1325880"/>
            <a:ext cx="3246120" cy="233172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11" name="Text 7"/>
          <p:cNvSpPr txBox="1"/>
          <p:nvPr/>
        </p:nvSpPr>
        <p:spPr>
          <a:xfrm>
            <a:off x="6217920" y="1325880"/>
            <a:ext cx="324612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03_dialog.png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1" descr="Скриншот программы: s4_risk_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2" descr="Скриншот программы: s4_risk_gant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89520" y="1371600"/>
            <a:ext cx="4050792" cy="256032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6" name="Text 2"/>
          <p:cNvSpPr txBox="1"/>
          <p:nvPr/>
        </p:nvSpPr>
        <p:spPr>
          <a:xfrm>
            <a:off x="7589520" y="1371600"/>
            <a:ext cx="405079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03_dialog.png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8" name="Text 4"/>
          <p:cNvSpPr txBox="1"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04_error.png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2026-10-29T20:46:51Z</dcterms:created>
  <dcterms:modified xsi:type="dcterms:W3CDTF">2026-10-29T20:46:51Z</dcterms:modified>
</cp:coreProperties>
</file>