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использовали только стандартную библиотеку Python, поэтому для запуска ничего ставить не надо. Окно и формы сделаны на tkinter, диаграмма нарисована на его Canvas. Данные лежат в CSV-файлах. Логику проверяет pytest, историю изменений ведёт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4F46E5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сторонних пакетов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стандартная библиотека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53904"/>
            <a:ext cx="7644384" cy="499027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336"/>
            <a:ext cx="7589520" cy="493540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53904"/>
            <a:ext cx="7644384" cy="499027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336"/>
            <a:ext cx="7589520" cy="493540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671195" y="1344168"/>
            <a:ext cx="388744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8627" y="1371600"/>
            <a:ext cx="3832578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2026-10-17T13:23:23Z</dcterms:created>
  <dcterms:modified xsi:type="dcterms:W3CDTF">2026-10-17T13:23:23Z</dcterms:modified>
</cp:coreProperties>
</file>